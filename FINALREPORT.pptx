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6"/>
  </p:notesMasterIdLst>
  <p:sldIdLst>
    <p:sldId id="256" r:id="rId2"/>
    <p:sldId id="269" r:id="rId3"/>
    <p:sldId id="268" r:id="rId4"/>
    <p:sldId id="272" r:id="rId5"/>
    <p:sldId id="273" r:id="rId6"/>
    <p:sldId id="274" r:id="rId7"/>
    <p:sldId id="266" r:id="rId8"/>
    <p:sldId id="262" r:id="rId9"/>
    <p:sldId id="270" r:id="rId10"/>
    <p:sldId id="271" r:id="rId11"/>
    <p:sldId id="275" r:id="rId12"/>
    <p:sldId id="276" r:id="rId13"/>
    <p:sldId id="264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FF31C-94B8-4549-84CC-AE0976326D0C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3D5679-F7ED-42C4-97F9-ABC25F61EC6C}">
      <dgm:prSet/>
      <dgm:spPr/>
      <dgm:t>
        <a:bodyPr/>
        <a:lstStyle/>
        <a:p>
          <a:r>
            <a:rPr lang="en-US" baseline="0" dirty="0"/>
            <a:t>Nguyễn </a:t>
          </a:r>
          <a:r>
            <a:rPr lang="en-US" baseline="0" dirty="0" err="1"/>
            <a:t>Hiền</a:t>
          </a:r>
          <a:r>
            <a:rPr lang="en-US" baseline="0" dirty="0"/>
            <a:t> MSSV: 15520208</a:t>
          </a:r>
          <a:endParaRPr lang="en-US" dirty="0"/>
        </a:p>
      </dgm:t>
    </dgm:pt>
    <dgm:pt modelId="{3393A674-668A-49E5-A034-240EF4C6AEB3}" type="parTrans" cxnId="{4F19ACA9-5BB2-41F4-B06D-B02FBBA5C686}">
      <dgm:prSet/>
      <dgm:spPr/>
      <dgm:t>
        <a:bodyPr/>
        <a:lstStyle/>
        <a:p>
          <a:endParaRPr lang="en-US"/>
        </a:p>
      </dgm:t>
    </dgm:pt>
    <dgm:pt modelId="{E17615B4-E85C-4C40-91E0-17474EC4B4D2}" type="sibTrans" cxnId="{4F19ACA9-5BB2-41F4-B06D-B02FBBA5C686}">
      <dgm:prSet/>
      <dgm:spPr/>
      <dgm:t>
        <a:bodyPr/>
        <a:lstStyle/>
        <a:p>
          <a:endParaRPr lang="en-US"/>
        </a:p>
      </dgm:t>
    </dgm:pt>
    <dgm:pt modelId="{BA44ABD1-F019-4E95-B16E-D6253EF03BDF}">
      <dgm:prSet/>
      <dgm:spPr/>
      <dgm:t>
        <a:bodyPr/>
        <a:lstStyle/>
        <a:p>
          <a:r>
            <a:rPr lang="en-US" baseline="0" dirty="0" err="1"/>
            <a:t>Huỳnh</a:t>
          </a:r>
          <a:r>
            <a:rPr lang="en-US" baseline="0" dirty="0"/>
            <a:t> </a:t>
          </a:r>
          <a:r>
            <a:rPr lang="en-US" baseline="0" dirty="0" err="1"/>
            <a:t>Phú</a:t>
          </a:r>
          <a:r>
            <a:rPr lang="en-US" baseline="0" dirty="0"/>
            <a:t> </a:t>
          </a:r>
          <a:r>
            <a:rPr lang="en-US" baseline="0" dirty="0" err="1"/>
            <a:t>Quí</a:t>
          </a:r>
          <a:r>
            <a:rPr lang="en-US" baseline="0" dirty="0"/>
            <a:t> MSSV: 15520695</a:t>
          </a:r>
          <a:endParaRPr lang="en-US" dirty="0"/>
        </a:p>
      </dgm:t>
    </dgm:pt>
    <dgm:pt modelId="{6410A8E2-2077-49B9-AD43-DA1DD92C62A4}" type="parTrans" cxnId="{26FF8E2B-D29F-41B9-8C30-6974FD36C62B}">
      <dgm:prSet/>
      <dgm:spPr/>
      <dgm:t>
        <a:bodyPr/>
        <a:lstStyle/>
        <a:p>
          <a:endParaRPr lang="en-US"/>
        </a:p>
      </dgm:t>
    </dgm:pt>
    <dgm:pt modelId="{05B3F7AB-E16C-4254-99E8-05BFA2C87E21}" type="sibTrans" cxnId="{26FF8E2B-D29F-41B9-8C30-6974FD36C62B}">
      <dgm:prSet/>
      <dgm:spPr/>
      <dgm:t>
        <a:bodyPr/>
        <a:lstStyle/>
        <a:p>
          <a:endParaRPr lang="en-US"/>
        </a:p>
      </dgm:t>
    </dgm:pt>
    <dgm:pt modelId="{C95BAFCB-6B5B-4480-85E9-0E7076E5B83A}">
      <dgm:prSet/>
      <dgm:spPr/>
      <dgm:t>
        <a:bodyPr/>
        <a:lstStyle/>
        <a:p>
          <a:r>
            <a:rPr lang="en-US" baseline="0" dirty="0"/>
            <a:t>D</a:t>
          </a:r>
          <a:r>
            <a:rPr lang="vi-VN" baseline="0" dirty="0"/>
            <a:t>ư</a:t>
          </a:r>
          <a:r>
            <a:rPr lang="en-US" baseline="0" dirty="0" err="1"/>
            <a:t>ơng</a:t>
          </a:r>
          <a:r>
            <a:rPr lang="en-US" baseline="0" dirty="0"/>
            <a:t> Hoàng Linh MSSV: 15520421</a:t>
          </a:r>
          <a:endParaRPr lang="en-US" dirty="0"/>
        </a:p>
      </dgm:t>
    </dgm:pt>
    <dgm:pt modelId="{2B8221CC-BB61-4945-85EA-03BA45A980C5}" type="parTrans" cxnId="{06AA79B9-AD77-4C76-9BBF-C56C494ECE16}">
      <dgm:prSet/>
      <dgm:spPr/>
      <dgm:t>
        <a:bodyPr/>
        <a:lstStyle/>
        <a:p>
          <a:endParaRPr lang="en-US"/>
        </a:p>
      </dgm:t>
    </dgm:pt>
    <dgm:pt modelId="{D8DBDEE1-E6A8-4105-B8F0-2C81E8C0B3D4}" type="sibTrans" cxnId="{06AA79B9-AD77-4C76-9BBF-C56C494ECE16}">
      <dgm:prSet/>
      <dgm:spPr/>
      <dgm:t>
        <a:bodyPr/>
        <a:lstStyle/>
        <a:p>
          <a:endParaRPr lang="en-US"/>
        </a:p>
      </dgm:t>
    </dgm:pt>
    <dgm:pt modelId="{3EA02C99-6C24-429E-8473-AF7CE05C398F}">
      <dgm:prSet/>
      <dgm:spPr/>
      <dgm:t>
        <a:bodyPr/>
        <a:lstStyle/>
        <a:p>
          <a:r>
            <a:rPr lang="en-US" baseline="0" dirty="0"/>
            <a:t>Nguyễn Ngọc Hoàng Đại </a:t>
          </a:r>
          <a:br>
            <a:rPr lang="en-US" baseline="0" dirty="0"/>
          </a:br>
          <a:r>
            <a:rPr lang="en-US" baseline="0" dirty="0"/>
            <a:t>MSSV:15520085</a:t>
          </a:r>
          <a:endParaRPr lang="en-US" dirty="0"/>
        </a:p>
      </dgm:t>
    </dgm:pt>
    <dgm:pt modelId="{1C510A6E-F05D-4EA8-BF35-E852F8F0B184}" type="parTrans" cxnId="{E74E6473-CD64-4063-832B-75328849F280}">
      <dgm:prSet/>
      <dgm:spPr/>
      <dgm:t>
        <a:bodyPr/>
        <a:lstStyle/>
        <a:p>
          <a:endParaRPr lang="en-US"/>
        </a:p>
      </dgm:t>
    </dgm:pt>
    <dgm:pt modelId="{D2CA93FC-2E6F-40AD-BD48-E61598082B74}" type="sibTrans" cxnId="{E74E6473-CD64-4063-832B-75328849F280}">
      <dgm:prSet/>
      <dgm:spPr/>
      <dgm:t>
        <a:bodyPr/>
        <a:lstStyle/>
        <a:p>
          <a:endParaRPr lang="en-US"/>
        </a:p>
      </dgm:t>
    </dgm:pt>
    <dgm:pt modelId="{44DB6A7D-429B-42E4-BF24-61B05C14C2FC}">
      <dgm:prSet/>
      <dgm:spPr/>
      <dgm:t>
        <a:bodyPr/>
        <a:lstStyle/>
        <a:p>
          <a:r>
            <a:rPr lang="en-US" baseline="0" dirty="0" err="1"/>
            <a:t>Văn</a:t>
          </a:r>
          <a:r>
            <a:rPr lang="en-US" baseline="0" dirty="0"/>
            <a:t> Minh </a:t>
          </a:r>
          <a:r>
            <a:rPr lang="en-US" baseline="0" dirty="0" err="1"/>
            <a:t>Huy</a:t>
          </a:r>
          <a:r>
            <a:rPr lang="en-US" baseline="0" dirty="0"/>
            <a:t> MSSV: 15520321</a:t>
          </a:r>
          <a:endParaRPr lang="en-US" dirty="0"/>
        </a:p>
      </dgm:t>
    </dgm:pt>
    <dgm:pt modelId="{E317EE62-7E54-4E48-91DD-71D1AB7F1B9E}" type="parTrans" cxnId="{6396A8E5-D60E-44E7-A00B-65F9EF61F26F}">
      <dgm:prSet/>
      <dgm:spPr/>
      <dgm:t>
        <a:bodyPr/>
        <a:lstStyle/>
        <a:p>
          <a:endParaRPr lang="en-US"/>
        </a:p>
      </dgm:t>
    </dgm:pt>
    <dgm:pt modelId="{658A8847-17B0-45E3-A232-1AA75540314A}" type="sibTrans" cxnId="{6396A8E5-D60E-44E7-A00B-65F9EF61F26F}">
      <dgm:prSet/>
      <dgm:spPr/>
      <dgm:t>
        <a:bodyPr/>
        <a:lstStyle/>
        <a:p>
          <a:endParaRPr lang="en-US"/>
        </a:p>
      </dgm:t>
    </dgm:pt>
    <dgm:pt modelId="{9B74EDAE-73F3-4E47-B7C3-657D00009EEC}">
      <dgm:prSet/>
      <dgm:spPr/>
      <dgm:t>
        <a:bodyPr/>
        <a:lstStyle/>
        <a:p>
          <a:r>
            <a:rPr lang="en-US" baseline="0" dirty="0"/>
            <a:t>Lê Hoàng </a:t>
          </a:r>
          <a:r>
            <a:rPr lang="en-US" baseline="0" dirty="0" err="1"/>
            <a:t>Tuấn</a:t>
          </a:r>
          <a:r>
            <a:rPr lang="en-US" baseline="0" dirty="0"/>
            <a:t> </a:t>
          </a:r>
          <a:br>
            <a:rPr lang="en-US" baseline="0" dirty="0"/>
          </a:br>
          <a:r>
            <a:rPr lang="en-US" baseline="0" dirty="0"/>
            <a:t>MSSV: 15520967</a:t>
          </a:r>
          <a:endParaRPr lang="en-US" dirty="0"/>
        </a:p>
      </dgm:t>
    </dgm:pt>
    <dgm:pt modelId="{8D464644-3F11-43BD-A408-6011432927BF}" type="parTrans" cxnId="{6D284632-BE66-4A93-8D63-9D8ADE2BF3C5}">
      <dgm:prSet/>
      <dgm:spPr/>
      <dgm:t>
        <a:bodyPr/>
        <a:lstStyle/>
        <a:p>
          <a:endParaRPr lang="en-US"/>
        </a:p>
      </dgm:t>
    </dgm:pt>
    <dgm:pt modelId="{F23530B5-6DD4-4C03-8621-BEC21A426767}" type="sibTrans" cxnId="{6D284632-BE66-4A93-8D63-9D8ADE2BF3C5}">
      <dgm:prSet/>
      <dgm:spPr/>
      <dgm:t>
        <a:bodyPr/>
        <a:lstStyle/>
        <a:p>
          <a:endParaRPr lang="en-US"/>
        </a:p>
      </dgm:t>
    </dgm:pt>
    <dgm:pt modelId="{FB93E0EE-E521-47DE-9742-E895D06CA6DB}" type="pres">
      <dgm:prSet presAssocID="{D57FF31C-94B8-4549-84CC-AE0976326D0C}" presName="diagram" presStyleCnt="0">
        <dgm:presLayoutVars>
          <dgm:dir/>
          <dgm:resizeHandles val="exact"/>
        </dgm:presLayoutVars>
      </dgm:prSet>
      <dgm:spPr/>
    </dgm:pt>
    <dgm:pt modelId="{50D89FEB-7479-4A36-BC0B-34747598605D}" type="pres">
      <dgm:prSet presAssocID="{FE3D5679-F7ED-42C4-97F9-ABC25F61EC6C}" presName="node" presStyleLbl="node1" presStyleIdx="0" presStyleCnt="6">
        <dgm:presLayoutVars>
          <dgm:bulletEnabled val="1"/>
        </dgm:presLayoutVars>
      </dgm:prSet>
      <dgm:spPr/>
    </dgm:pt>
    <dgm:pt modelId="{17480B9A-F56A-471B-8B04-3F797211AFF2}" type="pres">
      <dgm:prSet presAssocID="{E17615B4-E85C-4C40-91E0-17474EC4B4D2}" presName="sibTrans" presStyleCnt="0"/>
      <dgm:spPr/>
    </dgm:pt>
    <dgm:pt modelId="{42A3C99C-14BE-4CD2-9691-7035C3F86FB8}" type="pres">
      <dgm:prSet presAssocID="{BA44ABD1-F019-4E95-B16E-D6253EF03BDF}" presName="node" presStyleLbl="node1" presStyleIdx="1" presStyleCnt="6">
        <dgm:presLayoutVars>
          <dgm:bulletEnabled val="1"/>
        </dgm:presLayoutVars>
      </dgm:prSet>
      <dgm:spPr/>
    </dgm:pt>
    <dgm:pt modelId="{2E5A8F98-1068-41E6-8627-83D249CA91DC}" type="pres">
      <dgm:prSet presAssocID="{05B3F7AB-E16C-4254-99E8-05BFA2C87E21}" presName="sibTrans" presStyleCnt="0"/>
      <dgm:spPr/>
    </dgm:pt>
    <dgm:pt modelId="{CBF65F6D-6DB5-494F-8E2F-5BEF57EB9CCD}" type="pres">
      <dgm:prSet presAssocID="{C95BAFCB-6B5B-4480-85E9-0E7076E5B83A}" presName="node" presStyleLbl="node1" presStyleIdx="2" presStyleCnt="6">
        <dgm:presLayoutVars>
          <dgm:bulletEnabled val="1"/>
        </dgm:presLayoutVars>
      </dgm:prSet>
      <dgm:spPr/>
    </dgm:pt>
    <dgm:pt modelId="{42801B63-AA91-457D-9155-2AC5008F9A15}" type="pres">
      <dgm:prSet presAssocID="{D8DBDEE1-E6A8-4105-B8F0-2C81E8C0B3D4}" presName="sibTrans" presStyleCnt="0"/>
      <dgm:spPr/>
    </dgm:pt>
    <dgm:pt modelId="{0455BE02-C872-4168-A60B-1B9559731DA6}" type="pres">
      <dgm:prSet presAssocID="{3EA02C99-6C24-429E-8473-AF7CE05C398F}" presName="node" presStyleLbl="node1" presStyleIdx="3" presStyleCnt="6" custScaleX="94077">
        <dgm:presLayoutVars>
          <dgm:bulletEnabled val="1"/>
        </dgm:presLayoutVars>
      </dgm:prSet>
      <dgm:spPr/>
    </dgm:pt>
    <dgm:pt modelId="{FA4E55D9-B679-40F9-9330-3501E0D046CF}" type="pres">
      <dgm:prSet presAssocID="{D2CA93FC-2E6F-40AD-BD48-E61598082B74}" presName="sibTrans" presStyleCnt="0"/>
      <dgm:spPr/>
    </dgm:pt>
    <dgm:pt modelId="{FF82D072-EAB7-4E15-AA00-E4AAC8E82048}" type="pres">
      <dgm:prSet presAssocID="{44DB6A7D-429B-42E4-BF24-61B05C14C2FC}" presName="node" presStyleLbl="node1" presStyleIdx="4" presStyleCnt="6">
        <dgm:presLayoutVars>
          <dgm:bulletEnabled val="1"/>
        </dgm:presLayoutVars>
      </dgm:prSet>
      <dgm:spPr/>
    </dgm:pt>
    <dgm:pt modelId="{B10C8537-22CF-4059-9696-0701C1839AEC}" type="pres">
      <dgm:prSet presAssocID="{658A8847-17B0-45E3-A232-1AA75540314A}" presName="sibTrans" presStyleCnt="0"/>
      <dgm:spPr/>
    </dgm:pt>
    <dgm:pt modelId="{F3DD7F3E-0BC0-4666-9D63-6A4B4E9CE3C6}" type="pres">
      <dgm:prSet presAssocID="{9B74EDAE-73F3-4E47-B7C3-657D00009EEC}" presName="node" presStyleLbl="node1" presStyleIdx="5" presStyleCnt="6">
        <dgm:presLayoutVars>
          <dgm:bulletEnabled val="1"/>
        </dgm:presLayoutVars>
      </dgm:prSet>
      <dgm:spPr/>
    </dgm:pt>
  </dgm:ptLst>
  <dgm:cxnLst>
    <dgm:cxn modelId="{13FD0527-17BC-4D04-8966-62442AECE87E}" type="presOf" srcId="{3EA02C99-6C24-429E-8473-AF7CE05C398F}" destId="{0455BE02-C872-4168-A60B-1B9559731DA6}" srcOrd="0" destOrd="0" presId="urn:microsoft.com/office/officeart/2005/8/layout/default"/>
    <dgm:cxn modelId="{26FF8E2B-D29F-41B9-8C30-6974FD36C62B}" srcId="{D57FF31C-94B8-4549-84CC-AE0976326D0C}" destId="{BA44ABD1-F019-4E95-B16E-D6253EF03BDF}" srcOrd="1" destOrd="0" parTransId="{6410A8E2-2077-49B9-AD43-DA1DD92C62A4}" sibTransId="{05B3F7AB-E16C-4254-99E8-05BFA2C87E21}"/>
    <dgm:cxn modelId="{6D284632-BE66-4A93-8D63-9D8ADE2BF3C5}" srcId="{D57FF31C-94B8-4549-84CC-AE0976326D0C}" destId="{9B74EDAE-73F3-4E47-B7C3-657D00009EEC}" srcOrd="5" destOrd="0" parTransId="{8D464644-3F11-43BD-A408-6011432927BF}" sibTransId="{F23530B5-6DD4-4C03-8621-BEC21A426767}"/>
    <dgm:cxn modelId="{BAF93D5B-FC16-43AE-8171-C7370BF45EBF}" type="presOf" srcId="{D57FF31C-94B8-4549-84CC-AE0976326D0C}" destId="{FB93E0EE-E521-47DE-9742-E895D06CA6DB}" srcOrd="0" destOrd="0" presId="urn:microsoft.com/office/officeart/2005/8/layout/default"/>
    <dgm:cxn modelId="{E74E6473-CD64-4063-832B-75328849F280}" srcId="{D57FF31C-94B8-4549-84CC-AE0976326D0C}" destId="{3EA02C99-6C24-429E-8473-AF7CE05C398F}" srcOrd="3" destOrd="0" parTransId="{1C510A6E-F05D-4EA8-BF35-E852F8F0B184}" sibTransId="{D2CA93FC-2E6F-40AD-BD48-E61598082B74}"/>
    <dgm:cxn modelId="{68BB7B85-274D-4274-B5F6-C041F0E7A98A}" type="presOf" srcId="{BA44ABD1-F019-4E95-B16E-D6253EF03BDF}" destId="{42A3C99C-14BE-4CD2-9691-7035C3F86FB8}" srcOrd="0" destOrd="0" presId="urn:microsoft.com/office/officeart/2005/8/layout/default"/>
    <dgm:cxn modelId="{3507D393-DCAA-446E-B95E-9EAF053FD68B}" type="presOf" srcId="{C95BAFCB-6B5B-4480-85E9-0E7076E5B83A}" destId="{CBF65F6D-6DB5-494F-8E2F-5BEF57EB9CCD}" srcOrd="0" destOrd="0" presId="urn:microsoft.com/office/officeart/2005/8/layout/default"/>
    <dgm:cxn modelId="{4F19ACA9-5BB2-41F4-B06D-B02FBBA5C686}" srcId="{D57FF31C-94B8-4549-84CC-AE0976326D0C}" destId="{FE3D5679-F7ED-42C4-97F9-ABC25F61EC6C}" srcOrd="0" destOrd="0" parTransId="{3393A674-668A-49E5-A034-240EF4C6AEB3}" sibTransId="{E17615B4-E85C-4C40-91E0-17474EC4B4D2}"/>
    <dgm:cxn modelId="{1929C1AC-F694-455C-A586-75904BC5EE16}" type="presOf" srcId="{9B74EDAE-73F3-4E47-B7C3-657D00009EEC}" destId="{F3DD7F3E-0BC0-4666-9D63-6A4B4E9CE3C6}" srcOrd="0" destOrd="0" presId="urn:microsoft.com/office/officeart/2005/8/layout/default"/>
    <dgm:cxn modelId="{06AA79B9-AD77-4C76-9BBF-C56C494ECE16}" srcId="{D57FF31C-94B8-4549-84CC-AE0976326D0C}" destId="{C95BAFCB-6B5B-4480-85E9-0E7076E5B83A}" srcOrd="2" destOrd="0" parTransId="{2B8221CC-BB61-4945-85EA-03BA45A980C5}" sibTransId="{D8DBDEE1-E6A8-4105-B8F0-2C81E8C0B3D4}"/>
    <dgm:cxn modelId="{563B44CA-90D7-45D0-8A86-CDBF79DFDD0A}" type="presOf" srcId="{FE3D5679-F7ED-42C4-97F9-ABC25F61EC6C}" destId="{50D89FEB-7479-4A36-BC0B-34747598605D}" srcOrd="0" destOrd="0" presId="urn:microsoft.com/office/officeart/2005/8/layout/default"/>
    <dgm:cxn modelId="{B6FD23D4-2044-4C90-885F-9EC70253CF74}" type="presOf" srcId="{44DB6A7D-429B-42E4-BF24-61B05C14C2FC}" destId="{FF82D072-EAB7-4E15-AA00-E4AAC8E82048}" srcOrd="0" destOrd="0" presId="urn:microsoft.com/office/officeart/2005/8/layout/default"/>
    <dgm:cxn modelId="{6396A8E5-D60E-44E7-A00B-65F9EF61F26F}" srcId="{D57FF31C-94B8-4549-84CC-AE0976326D0C}" destId="{44DB6A7D-429B-42E4-BF24-61B05C14C2FC}" srcOrd="4" destOrd="0" parTransId="{E317EE62-7E54-4E48-91DD-71D1AB7F1B9E}" sibTransId="{658A8847-17B0-45E3-A232-1AA75540314A}"/>
    <dgm:cxn modelId="{0561EC67-E50D-45A4-A2F9-46C2A6D50275}" type="presParOf" srcId="{FB93E0EE-E521-47DE-9742-E895D06CA6DB}" destId="{50D89FEB-7479-4A36-BC0B-34747598605D}" srcOrd="0" destOrd="0" presId="urn:microsoft.com/office/officeart/2005/8/layout/default"/>
    <dgm:cxn modelId="{B4181DDB-B9C5-4418-821E-8F7DFB427A71}" type="presParOf" srcId="{FB93E0EE-E521-47DE-9742-E895D06CA6DB}" destId="{17480B9A-F56A-471B-8B04-3F797211AFF2}" srcOrd="1" destOrd="0" presId="urn:microsoft.com/office/officeart/2005/8/layout/default"/>
    <dgm:cxn modelId="{4D25ECBB-897F-47AB-9EA6-7AA1F8584586}" type="presParOf" srcId="{FB93E0EE-E521-47DE-9742-E895D06CA6DB}" destId="{42A3C99C-14BE-4CD2-9691-7035C3F86FB8}" srcOrd="2" destOrd="0" presId="urn:microsoft.com/office/officeart/2005/8/layout/default"/>
    <dgm:cxn modelId="{0E6BE240-2F4F-4703-A3BF-632665424CB2}" type="presParOf" srcId="{FB93E0EE-E521-47DE-9742-E895D06CA6DB}" destId="{2E5A8F98-1068-41E6-8627-83D249CA91DC}" srcOrd="3" destOrd="0" presId="urn:microsoft.com/office/officeart/2005/8/layout/default"/>
    <dgm:cxn modelId="{609FDFE4-EBAB-4344-9240-04785E34EDD5}" type="presParOf" srcId="{FB93E0EE-E521-47DE-9742-E895D06CA6DB}" destId="{CBF65F6D-6DB5-494F-8E2F-5BEF57EB9CCD}" srcOrd="4" destOrd="0" presId="urn:microsoft.com/office/officeart/2005/8/layout/default"/>
    <dgm:cxn modelId="{0558BBB6-98FE-4A7D-9A2C-E5A9A5F5A33B}" type="presParOf" srcId="{FB93E0EE-E521-47DE-9742-E895D06CA6DB}" destId="{42801B63-AA91-457D-9155-2AC5008F9A15}" srcOrd="5" destOrd="0" presId="urn:microsoft.com/office/officeart/2005/8/layout/default"/>
    <dgm:cxn modelId="{EC39B2A7-E705-4CD1-9DD5-0E108C92E15D}" type="presParOf" srcId="{FB93E0EE-E521-47DE-9742-E895D06CA6DB}" destId="{0455BE02-C872-4168-A60B-1B9559731DA6}" srcOrd="6" destOrd="0" presId="urn:microsoft.com/office/officeart/2005/8/layout/default"/>
    <dgm:cxn modelId="{6C77E316-0A50-470B-BEFD-9BB0DC6CB65A}" type="presParOf" srcId="{FB93E0EE-E521-47DE-9742-E895D06CA6DB}" destId="{FA4E55D9-B679-40F9-9330-3501E0D046CF}" srcOrd="7" destOrd="0" presId="urn:microsoft.com/office/officeart/2005/8/layout/default"/>
    <dgm:cxn modelId="{B5A77B1B-1D20-48BB-A201-17F4150A9E36}" type="presParOf" srcId="{FB93E0EE-E521-47DE-9742-E895D06CA6DB}" destId="{FF82D072-EAB7-4E15-AA00-E4AAC8E82048}" srcOrd="8" destOrd="0" presId="urn:microsoft.com/office/officeart/2005/8/layout/default"/>
    <dgm:cxn modelId="{4882D7C7-878D-4BA8-A4CE-D7F876F536B3}" type="presParOf" srcId="{FB93E0EE-E521-47DE-9742-E895D06CA6DB}" destId="{B10C8537-22CF-4059-9696-0701C1839AEC}" srcOrd="9" destOrd="0" presId="urn:microsoft.com/office/officeart/2005/8/layout/default"/>
    <dgm:cxn modelId="{B9758256-93B9-46CA-B594-9F6BC48F3D29}" type="presParOf" srcId="{FB93E0EE-E521-47DE-9742-E895D06CA6DB}" destId="{F3DD7F3E-0BC0-4666-9D63-6A4B4E9CE3C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9FEB-7479-4A36-BC0B-34747598605D}">
      <dsp:nvSpPr>
        <dsp:cNvPr id="0" name=""/>
        <dsp:cNvSpPr/>
      </dsp:nvSpPr>
      <dsp:spPr>
        <a:xfrm>
          <a:off x="0" y="816844"/>
          <a:ext cx="2287104" cy="13722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Nguyễn </a:t>
          </a:r>
          <a:r>
            <a:rPr lang="en-US" sz="2200" kern="1200" baseline="0" dirty="0" err="1"/>
            <a:t>Hiền</a:t>
          </a:r>
          <a:r>
            <a:rPr lang="en-US" sz="2200" kern="1200" baseline="0" dirty="0"/>
            <a:t> MSSV: 15520208</a:t>
          </a:r>
          <a:endParaRPr lang="en-US" sz="2200" kern="1200" dirty="0"/>
        </a:p>
      </dsp:txBody>
      <dsp:txXfrm>
        <a:off x="0" y="816844"/>
        <a:ext cx="2287104" cy="1372262"/>
      </dsp:txXfrm>
    </dsp:sp>
    <dsp:sp modelId="{42A3C99C-14BE-4CD2-9691-7035C3F86FB8}">
      <dsp:nvSpPr>
        <dsp:cNvPr id="0" name=""/>
        <dsp:cNvSpPr/>
      </dsp:nvSpPr>
      <dsp:spPr>
        <a:xfrm>
          <a:off x="2515814" y="816844"/>
          <a:ext cx="2287104" cy="1372262"/>
        </a:xfrm>
        <a:prstGeom prst="rect">
          <a:avLst/>
        </a:prstGeom>
        <a:gradFill rotWithShape="0">
          <a:gsLst>
            <a:gs pos="0">
              <a:schemeClr val="accent2">
                <a:hueOff val="-874839"/>
                <a:satOff val="-1684"/>
                <a:lumOff val="11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874839"/>
                <a:satOff val="-1684"/>
                <a:lumOff val="11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874839"/>
                <a:satOff val="-1684"/>
                <a:lumOff val="11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 err="1"/>
            <a:t>Huỳnh</a:t>
          </a:r>
          <a:r>
            <a:rPr lang="en-US" sz="2200" kern="1200" baseline="0" dirty="0"/>
            <a:t> </a:t>
          </a:r>
          <a:r>
            <a:rPr lang="en-US" sz="2200" kern="1200" baseline="0" dirty="0" err="1"/>
            <a:t>Phú</a:t>
          </a:r>
          <a:r>
            <a:rPr lang="en-US" sz="2200" kern="1200" baseline="0" dirty="0"/>
            <a:t> </a:t>
          </a:r>
          <a:r>
            <a:rPr lang="en-US" sz="2200" kern="1200" baseline="0" dirty="0" err="1"/>
            <a:t>Quí</a:t>
          </a:r>
          <a:r>
            <a:rPr lang="en-US" sz="2200" kern="1200" baseline="0" dirty="0"/>
            <a:t> MSSV: 15520695</a:t>
          </a:r>
          <a:endParaRPr lang="en-US" sz="2200" kern="1200" dirty="0"/>
        </a:p>
      </dsp:txBody>
      <dsp:txXfrm>
        <a:off x="2515814" y="816844"/>
        <a:ext cx="2287104" cy="1372262"/>
      </dsp:txXfrm>
    </dsp:sp>
    <dsp:sp modelId="{CBF65F6D-6DB5-494F-8E2F-5BEF57EB9CCD}">
      <dsp:nvSpPr>
        <dsp:cNvPr id="0" name=""/>
        <dsp:cNvSpPr/>
      </dsp:nvSpPr>
      <dsp:spPr>
        <a:xfrm>
          <a:off x="5031628" y="816844"/>
          <a:ext cx="2287104" cy="1372262"/>
        </a:xfrm>
        <a:prstGeom prst="rect">
          <a:avLst/>
        </a:prstGeom>
        <a:gradFill rotWithShape="0">
          <a:gsLst>
            <a:gs pos="0">
              <a:schemeClr val="accent2">
                <a:hueOff val="-1749677"/>
                <a:satOff val="-3368"/>
                <a:lumOff val="235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749677"/>
                <a:satOff val="-3368"/>
                <a:lumOff val="235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749677"/>
                <a:satOff val="-3368"/>
                <a:lumOff val="235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D</a:t>
          </a:r>
          <a:r>
            <a:rPr lang="vi-VN" sz="2200" kern="1200" baseline="0" dirty="0"/>
            <a:t>ư</a:t>
          </a:r>
          <a:r>
            <a:rPr lang="en-US" sz="2200" kern="1200" baseline="0" dirty="0" err="1"/>
            <a:t>ơng</a:t>
          </a:r>
          <a:r>
            <a:rPr lang="en-US" sz="2200" kern="1200" baseline="0" dirty="0"/>
            <a:t> Hoàng Linh MSSV: 15520421</a:t>
          </a:r>
          <a:endParaRPr lang="en-US" sz="2200" kern="1200" dirty="0"/>
        </a:p>
      </dsp:txBody>
      <dsp:txXfrm>
        <a:off x="5031628" y="816844"/>
        <a:ext cx="2287104" cy="1372262"/>
      </dsp:txXfrm>
    </dsp:sp>
    <dsp:sp modelId="{0455BE02-C872-4168-A60B-1B9559731DA6}">
      <dsp:nvSpPr>
        <dsp:cNvPr id="0" name=""/>
        <dsp:cNvSpPr/>
      </dsp:nvSpPr>
      <dsp:spPr>
        <a:xfrm>
          <a:off x="67732" y="2417817"/>
          <a:ext cx="2151638" cy="1372262"/>
        </a:xfrm>
        <a:prstGeom prst="rect">
          <a:avLst/>
        </a:prstGeom>
        <a:gradFill rotWithShape="0">
          <a:gsLst>
            <a:gs pos="0">
              <a:schemeClr val="accent2">
                <a:hueOff val="-2624515"/>
                <a:satOff val="-5052"/>
                <a:lumOff val="353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624515"/>
                <a:satOff val="-5052"/>
                <a:lumOff val="353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624515"/>
                <a:satOff val="-5052"/>
                <a:lumOff val="353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Nguyễn Ngọc Hoàng Đại </a:t>
          </a:r>
          <a:br>
            <a:rPr lang="en-US" sz="2200" kern="1200" baseline="0" dirty="0"/>
          </a:br>
          <a:r>
            <a:rPr lang="en-US" sz="2200" kern="1200" baseline="0" dirty="0"/>
            <a:t>MSSV:15520085</a:t>
          </a:r>
          <a:endParaRPr lang="en-US" sz="2200" kern="1200" dirty="0"/>
        </a:p>
      </dsp:txBody>
      <dsp:txXfrm>
        <a:off x="67732" y="2417817"/>
        <a:ext cx="2151638" cy="1372262"/>
      </dsp:txXfrm>
    </dsp:sp>
    <dsp:sp modelId="{FF82D072-EAB7-4E15-AA00-E4AAC8E82048}">
      <dsp:nvSpPr>
        <dsp:cNvPr id="0" name=""/>
        <dsp:cNvSpPr/>
      </dsp:nvSpPr>
      <dsp:spPr>
        <a:xfrm>
          <a:off x="2448081" y="2417817"/>
          <a:ext cx="2287104" cy="1372262"/>
        </a:xfrm>
        <a:prstGeom prst="rect">
          <a:avLst/>
        </a:prstGeom>
        <a:gradFill rotWithShape="0">
          <a:gsLst>
            <a:gs pos="0">
              <a:schemeClr val="accent2">
                <a:hueOff val="-3499354"/>
                <a:satOff val="-6736"/>
                <a:lumOff val="47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499354"/>
                <a:satOff val="-6736"/>
                <a:lumOff val="47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499354"/>
                <a:satOff val="-6736"/>
                <a:lumOff val="47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 err="1"/>
            <a:t>Văn</a:t>
          </a:r>
          <a:r>
            <a:rPr lang="en-US" sz="2200" kern="1200" baseline="0" dirty="0"/>
            <a:t> Minh </a:t>
          </a:r>
          <a:r>
            <a:rPr lang="en-US" sz="2200" kern="1200" baseline="0" dirty="0" err="1"/>
            <a:t>Huy</a:t>
          </a:r>
          <a:r>
            <a:rPr lang="en-US" sz="2200" kern="1200" baseline="0" dirty="0"/>
            <a:t> MSSV: 15520321</a:t>
          </a:r>
          <a:endParaRPr lang="en-US" sz="2200" kern="1200" dirty="0"/>
        </a:p>
      </dsp:txBody>
      <dsp:txXfrm>
        <a:off x="2448081" y="2417817"/>
        <a:ext cx="2287104" cy="1372262"/>
      </dsp:txXfrm>
    </dsp:sp>
    <dsp:sp modelId="{F3DD7F3E-0BC0-4666-9D63-6A4B4E9CE3C6}">
      <dsp:nvSpPr>
        <dsp:cNvPr id="0" name=""/>
        <dsp:cNvSpPr/>
      </dsp:nvSpPr>
      <dsp:spPr>
        <a:xfrm>
          <a:off x="4963896" y="2417817"/>
          <a:ext cx="2287104" cy="1372262"/>
        </a:xfrm>
        <a:prstGeom prst="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Lê Hoàng </a:t>
          </a:r>
          <a:r>
            <a:rPr lang="en-US" sz="2200" kern="1200" baseline="0" dirty="0" err="1"/>
            <a:t>Tuấn</a:t>
          </a:r>
          <a:r>
            <a:rPr lang="en-US" sz="2200" kern="1200" baseline="0" dirty="0"/>
            <a:t> </a:t>
          </a:r>
          <a:br>
            <a:rPr lang="en-US" sz="2200" kern="1200" baseline="0" dirty="0"/>
          </a:br>
          <a:r>
            <a:rPr lang="en-US" sz="2200" kern="1200" baseline="0" dirty="0"/>
            <a:t>MSSV: 15520967</a:t>
          </a:r>
          <a:endParaRPr lang="en-US" sz="2200" kern="1200" dirty="0"/>
        </a:p>
      </dsp:txBody>
      <dsp:txXfrm>
        <a:off x="4963896" y="2417817"/>
        <a:ext cx="2287104" cy="1372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2E565-58D9-49BF-A494-DB82964F6986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DE4FF-4D22-4EB1-AE37-27341E96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3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DE4FF-4D22-4EB1-AE37-27341E96E8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1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2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3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8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2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3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0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37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1993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29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2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26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72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8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223E-F942-40F7-8AF0-268CF785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58E70-799E-4EDC-BEA5-19EEA3BF6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85F7A-5717-4DB2-B10E-0481D3DEA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EF439-8E27-4E36-B984-CD1AF5FE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588F8-A31A-4666-A8ED-EEBFF4AC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4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F28BC6B-7D6F-46D8-BD11-CEFBA0100C1C}" type="datetimeFigureOut">
              <a:rPr lang="en-US" smtClean="0"/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4BC58DC-112E-417D-B463-30AD4C531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7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Transfer.p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Deposit%20(2)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Withdraw.p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C947F7AC-E6D2-4AD5-803F-C6C9623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3614AC9-B572-4CD4-839E-A7259CA62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11">
            <a:extLst>
              <a:ext uri="{FF2B5EF4-FFF2-40B4-BE49-F238E27FC236}">
                <a16:creationId xmlns:a16="http://schemas.microsoft.com/office/drawing/2014/main" id="{EDB0E204-D22E-4834-BD3F-701AA086E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69007" cy="6858000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1D10C-1EDD-4BA5-8807-E612CC40F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757" y="1674254"/>
            <a:ext cx="6733491" cy="3700805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accent3">
                    <a:lumMod val="50000"/>
                  </a:schemeClr>
                </a:solidFill>
              </a:rPr>
              <a:t>CITYNOW BLOCKCHAIN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8834D-B909-48EA-B349-C00E3465B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755" y="2292884"/>
            <a:ext cx="2987488" cy="246354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FINAL Report</a:t>
            </a: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0A043921-0243-4E7D-9120-BEA58F7B3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290520" y="6257098"/>
            <a:ext cx="623254" cy="600902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E39BC3DD-C662-4DF1-8257-BFB9D9C6E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>
            <a:off x="5287548" y="4694548"/>
            <a:ext cx="2681454" cy="21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70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E0AB-72A8-4504-AB8B-CEE309A8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321818"/>
            <a:ext cx="10364451" cy="1596177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</a:rPr>
              <a:t>GROUP Project: </a:t>
            </a:r>
            <a:br>
              <a:rPr lang="en-US" sz="72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</a:rPr>
              <a:t>Internet banking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98005-E48B-4758-B7F1-C37B0EAE0C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74975" y="4411486"/>
            <a:ext cx="9442048" cy="71095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focus on basic banking services; which are deposit, withdrawal and transfer.</a:t>
            </a:r>
          </a:p>
        </p:txBody>
      </p:sp>
    </p:spTree>
    <p:extLst>
      <p:ext uri="{BB962C8B-B14F-4D97-AF65-F5344CB8AC3E}">
        <p14:creationId xmlns:p14="http://schemas.microsoft.com/office/powerpoint/2010/main" val="5919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D253F-9688-4A19-9F7F-06B0B89E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5"/>
                </a:solidFill>
              </a:rPr>
              <a:t>Group Members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5A4520-78B0-49B0-9020-D88E070B5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268203"/>
              </p:ext>
            </p:extLst>
          </p:nvPr>
        </p:nvGraphicFramePr>
        <p:xfrm>
          <a:off x="4460503" y="1004910"/>
          <a:ext cx="7318733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4405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E8A8-11CE-499A-B434-84917AD2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Main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BB14-3BFB-44DF-BD87-C25E231B3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2367093"/>
            <a:ext cx="10677211" cy="387239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000" dirty="0"/>
              <a:t>Transfer.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Deposit.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Withdraw.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Our system associates with bitcoin and Ethereum test net to transfer crypto currencies between users. Furthermore, it will be able to deploy on real main net.</a:t>
            </a:r>
          </a:p>
          <a:p>
            <a:pPr marL="0" indent="0">
              <a:buNone/>
            </a:pPr>
            <a:r>
              <a:rPr lang="en-US" sz="2400" dirty="0"/>
              <a:t>Environment: Java</a:t>
            </a:r>
          </a:p>
          <a:p>
            <a:pPr marL="0" indent="0" algn="ctr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357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B1981535-B5AA-4E0C-ACE5-925CC19B2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97D060-AA7E-4411-BA62-28BD1EBD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DE267B-E820-4910-868D-BA40CFB9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-9523"/>
            <a:ext cx="10058400" cy="6867522"/>
          </a:xfrm>
          <a:custGeom>
            <a:avLst/>
            <a:gdLst>
              <a:gd name="connsiteX0" fmla="*/ 1263465 w 10058400"/>
              <a:gd name="connsiteY0" fmla="*/ 0 h 6867522"/>
              <a:gd name="connsiteX1" fmla="*/ 8794935 w 10058400"/>
              <a:gd name="connsiteY1" fmla="*/ 0 h 6867522"/>
              <a:gd name="connsiteX2" fmla="*/ 8909975 w 10058400"/>
              <a:gd name="connsiteY2" fmla="*/ 132807 h 6867522"/>
              <a:gd name="connsiteX3" fmla="*/ 10058400 w 10058400"/>
              <a:gd name="connsiteY3" fmla="*/ 3331845 h 6867522"/>
              <a:gd name="connsiteX4" fmla="*/ 8751905 w 10058400"/>
              <a:gd name="connsiteY4" fmla="*/ 6713366 h 6867522"/>
              <a:gd name="connsiteX5" fmla="*/ 8604930 w 10058400"/>
              <a:gd name="connsiteY5" fmla="*/ 6867522 h 6867522"/>
              <a:gd name="connsiteX6" fmla="*/ 1453470 w 10058400"/>
              <a:gd name="connsiteY6" fmla="*/ 6867522 h 6867522"/>
              <a:gd name="connsiteX7" fmla="*/ 1306495 w 10058400"/>
              <a:gd name="connsiteY7" fmla="*/ 6713366 h 6867522"/>
              <a:gd name="connsiteX8" fmla="*/ 0 w 10058400"/>
              <a:gd name="connsiteY8" fmla="*/ 3331845 h 6867522"/>
              <a:gd name="connsiteX9" fmla="*/ 1148425 w 10058400"/>
              <a:gd name="connsiteY9" fmla="*/ 132807 h 686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58400" h="6867522">
                <a:moveTo>
                  <a:pt x="1263465" y="0"/>
                </a:moveTo>
                <a:lnTo>
                  <a:pt x="8794935" y="0"/>
                </a:lnTo>
                <a:lnTo>
                  <a:pt x="8909975" y="132807"/>
                </a:lnTo>
                <a:cubicBezTo>
                  <a:pt x="9627420" y="1002149"/>
                  <a:pt x="10058400" y="2116667"/>
                  <a:pt x="10058400" y="3331845"/>
                </a:cubicBezTo>
                <a:cubicBezTo>
                  <a:pt x="10058400" y="4633822"/>
                  <a:pt x="9563653" y="5820244"/>
                  <a:pt x="8751905" y="6713366"/>
                </a:cubicBezTo>
                <a:lnTo>
                  <a:pt x="8604930" y="6867522"/>
                </a:lnTo>
                <a:lnTo>
                  <a:pt x="1453470" y="6867522"/>
                </a:lnTo>
                <a:lnTo>
                  <a:pt x="1306495" y="6713366"/>
                </a:lnTo>
                <a:cubicBezTo>
                  <a:pt x="494747" y="5820244"/>
                  <a:pt x="0" y="4633822"/>
                  <a:pt x="0" y="3331845"/>
                </a:cubicBezTo>
                <a:cubicBezTo>
                  <a:pt x="0" y="2116667"/>
                  <a:pt x="430980" y="1002149"/>
                  <a:pt x="1148425" y="13280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3E25D7-C2F8-445D-AA42-C1163028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815AE-876C-404F-A7DF-8A6BC3072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97" y="2255270"/>
            <a:ext cx="9461606" cy="269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4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0B2F0-5F93-4697-8D51-44DBDC3B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0" y="4995581"/>
            <a:ext cx="10916365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EER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43BF3-3BC9-4DBF-BB14-F8B9E20B9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199" y="589505"/>
            <a:ext cx="7555602" cy="4406075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BE94C4-A7FC-4F02-B92B-6C40D705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86"/>
          <a:stretch/>
        </p:blipFill>
        <p:spPr>
          <a:xfrm>
            <a:off x="-2607" y="3133164"/>
            <a:ext cx="12192000" cy="37248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3496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0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313FA6-E4AB-4307-A616-2EF8AF07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61" y="742781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B050"/>
                </a:solidFill>
              </a:rPr>
              <a:t>	transfer function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7E1073-B430-437B-BBB9-CBD6E2D10D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338958"/>
            <a:ext cx="10363826" cy="3424107"/>
          </a:xfrm>
        </p:spPr>
        <p:txBody>
          <a:bodyPr/>
          <a:lstStyle/>
          <a:p>
            <a:r>
              <a:rPr lang="en-US" dirty="0"/>
              <a:t>Data flow </a:t>
            </a:r>
            <a:r>
              <a:rPr lang="en-US" dirty="0">
                <a:hlinkClick r:id="rId2" action="ppaction://hlinkfile"/>
              </a:rPr>
              <a:t>diagram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2A3A60-B50F-4477-8E73-19CE34496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35" y="16464"/>
            <a:ext cx="3735277" cy="684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28B170-B7BC-4BDA-AF69-28A89C4F8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1E8C82-833C-4573-807A-A01BED37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E65CD3-B9A6-48FF-8954-817C3EB5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19" y="784642"/>
            <a:ext cx="6564205" cy="15738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Deposit function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073F591-3F0F-45B2-AF6F-8444142782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6564207" cy="3881309"/>
          </a:xfrm>
        </p:spPr>
        <p:txBody>
          <a:bodyPr>
            <a:normAutofit/>
          </a:bodyPr>
          <a:lstStyle/>
          <a:p>
            <a:r>
              <a:rPr lang="en-US" dirty="0"/>
              <a:t>Data flow </a:t>
            </a:r>
            <a:r>
              <a:rPr lang="en-US" dirty="0">
                <a:hlinkClick r:id="rId3" action="ppaction://hlinkfile"/>
              </a:rPr>
              <a:t>diagram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Content Placeholder 2">
            <a:extLst>
              <a:ext uri="{FF2B5EF4-FFF2-40B4-BE49-F238E27FC236}">
                <a16:creationId xmlns:a16="http://schemas.microsoft.com/office/drawing/2014/main" id="{3D2B63E3-59CF-4603-99E9-C4BA75A48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69" y="0"/>
            <a:ext cx="4646295" cy="6858000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7182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8CCC-BA90-49B3-ABE5-0B6255D8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772" y="770915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B050"/>
                </a:solidFill>
              </a:rPr>
              <a:t>	Withdraw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9B07-1D2C-48CD-9AD5-60629755F1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Data </a:t>
            </a:r>
            <a:r>
              <a:rPr lang="en-US" dirty="0"/>
              <a:t>flow </a:t>
            </a:r>
            <a:r>
              <a:rPr lang="en-US" dirty="0">
                <a:hlinkClick r:id="rId2" action="ppaction://hlinkfile"/>
              </a:rPr>
              <a:t>diagram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C8D9B-9C24-4CCE-BE31-6B5E4190B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561" y="42862"/>
            <a:ext cx="4581525" cy="681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5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60C8-D932-4A0E-A28A-FE31F621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2" y="256576"/>
            <a:ext cx="10364451" cy="1596177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rgbClr val="00B050"/>
                </a:solidFill>
              </a:rPr>
              <a:t>Web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ECA21-443A-4E4E-8001-A055EF3F4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79" y="1800665"/>
            <a:ext cx="10134839" cy="46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52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7649-8030-49A7-A7F0-6D4FE623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056399"/>
            <a:ext cx="10364451" cy="1596177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00B050"/>
                </a:solidFill>
              </a:rPr>
              <a:t>Future</a:t>
            </a:r>
            <a:r>
              <a:rPr lang="en-US" sz="6000" dirty="0"/>
              <a:t> </a:t>
            </a:r>
            <a:r>
              <a:rPr lang="en-US" sz="6600" b="1" dirty="0">
                <a:solidFill>
                  <a:srgbClr val="00B050"/>
                </a:solidFill>
              </a:rPr>
              <a:t>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D8130-4EFF-4515-AA91-C8EE3044D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3047129"/>
            <a:ext cx="10364452" cy="1596178"/>
          </a:xfrm>
        </p:spPr>
        <p:txBody>
          <a:bodyPr>
            <a:normAutofit/>
          </a:bodyPr>
          <a:lstStyle/>
          <a:p>
            <a:r>
              <a:rPr lang="en-US" sz="2800" dirty="0"/>
              <a:t>Finish the back-end and front-end of the project.</a:t>
            </a:r>
          </a:p>
          <a:p>
            <a:r>
              <a:rPr lang="en-US" sz="2800" dirty="0"/>
              <a:t>Complete deploying on the web app.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541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732C-DA60-447F-85DC-2DB6F894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C1EAD-6898-4F9F-A9B7-6303F6016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https://drive.google.com/drive/folders/1rcR-nrcLS3ul2Jgec9V9LUpqzs_YLiLy?usp=sharing</a:t>
            </a:r>
          </a:p>
        </p:txBody>
      </p:sp>
    </p:spTree>
    <p:extLst>
      <p:ext uri="{BB962C8B-B14F-4D97-AF65-F5344CB8AC3E}">
        <p14:creationId xmlns:p14="http://schemas.microsoft.com/office/powerpoint/2010/main" val="1228053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46C09B-8C7A-438D-B4C5-92F24AD9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00365"/>
            <a:ext cx="10364451" cy="3657269"/>
          </a:xfrm>
        </p:spPr>
        <p:txBody>
          <a:bodyPr>
            <a:normAutofit/>
          </a:bodyPr>
          <a:lstStyle/>
          <a:p>
            <a:r>
              <a:rPr lang="en-US" sz="13800" dirty="0">
                <a:solidFill>
                  <a:schemeClr val="accent6">
                    <a:lumMod val="50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4629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0F0AC6-A89F-416B-9FA4-48E66406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AA009-40AD-4098-8AE7-680CA35C6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C71C12-AC02-4E3C-AA83-2CB977F4F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365957"/>
            <a:ext cx="10364452" cy="4041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dirty="0">
                <a:solidFill>
                  <a:schemeClr val="accent1"/>
                </a:solidFill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416672755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160</Words>
  <Application>Microsoft Office PowerPoint</Application>
  <PresentationFormat>Widescreen</PresentationFormat>
  <Paragraphs>34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Tw Cen MT</vt:lpstr>
      <vt:lpstr>Droplet</vt:lpstr>
      <vt:lpstr>CITYNOW BLOCKCHAIN INTERNSHIP</vt:lpstr>
      <vt:lpstr>GROUP Project:  Internet banking</vt:lpstr>
      <vt:lpstr>Group Members</vt:lpstr>
      <vt:lpstr>Main functions</vt:lpstr>
      <vt:lpstr>PowerPoint Presentation</vt:lpstr>
      <vt:lpstr>EER MODEL</vt:lpstr>
      <vt:lpstr> transfer function</vt:lpstr>
      <vt:lpstr>Deposit function</vt:lpstr>
      <vt:lpstr> Withdraw function</vt:lpstr>
      <vt:lpstr>Web interface</vt:lpstr>
      <vt:lpstr>Future Work</vt:lpstr>
      <vt:lpstr>Document</vt:lpstr>
      <vt:lpstr>Q&amp;A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CITYNOW BLOCKCHAIN INTERNSHIP</dc:title>
  <dc:creator>NGUYỄN NGỌC HOÀNG ĐẠI</dc:creator>
  <cp:lastModifiedBy>NGUYỄN NGỌC HOÀNG ĐẠI</cp:lastModifiedBy>
  <cp:revision>5</cp:revision>
  <dcterms:created xsi:type="dcterms:W3CDTF">2018-09-21T06:48:37Z</dcterms:created>
  <dcterms:modified xsi:type="dcterms:W3CDTF">2018-09-30T09:53:45Z</dcterms:modified>
</cp:coreProperties>
</file>